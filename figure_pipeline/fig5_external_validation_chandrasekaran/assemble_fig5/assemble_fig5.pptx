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8DACA-29E2-4869-917F-B1663CFF31B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8AF45-DFE8-4CA8-9DDB-20547C2BC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1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8AF45-DFE8-4CA8-9DDB-20547C2BCC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0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65AC-B68B-6B46-D0F0-CFBEB0BE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4DE20-4AEC-EA2C-24C6-7EB877656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8221-5687-F752-F9B0-07E60AB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C06-7C09-DF0C-1D56-3ACAAE56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A693-4B4E-86F5-F6CC-8AEEF71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FB3-3597-5A96-F7CD-CB64EF8E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677-8423-1896-57B6-6DCBAFAA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DE98-A0DF-F566-52BF-A0519061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C16E-1357-ABA7-353A-5FBDEC40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9415-6471-71E4-7A65-AC7464BD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E7D8-BEF9-E1B1-3B5E-E57FEC5C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10DF-3591-7F03-724A-079AF271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E5F9-8758-74BB-DED6-4F4ED50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73E2-19E8-4227-60EC-080DF84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9AA4-DEE4-8A01-8FA8-6685769B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3C7-2D84-F1C8-4837-E9C5B4F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5DEE-EE9E-5856-6A18-BE6B97AC4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48460-1EE2-356E-008A-D6410BDE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F042-1256-6FEA-7C8E-418D7C71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B75C-9219-C761-6FE4-99D551B5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22D37-076C-B3B8-D6C4-938572B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8A-2C32-DE8A-C9F1-14B3A5C0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6FCA-0FF0-A904-B0D3-E17D6261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C84E2-FEA5-2787-00C4-B6DFD42B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01EF-442F-33FB-6531-577884730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C9E8-DB66-B135-8CE6-C8F2EB1A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461D3-625A-7002-8CB4-AB71011C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688A2-0AC5-3A9E-A167-49BE2F8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6AEBF-F469-1948-7F88-D16FD0B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5F2F-59C2-8ABF-23C3-36F879CC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2A5D-5005-849B-A686-41C35245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D6C-972B-346F-C3AB-124717A8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7775E-CF08-5664-4C33-C580A53D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7183C-A4A3-2513-1642-6EC64C72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F20AD-50FB-F458-99EA-43323C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4E1-5F50-F904-66E9-AB66AF81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B389-8E3D-A37C-B142-33898FC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BC0A-F0DF-EBF8-AB7F-2AABB4D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EDCF-664D-E8E1-0686-B430263D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CC871-84D2-2578-D0C4-567A2CB2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5AD8-15F9-7AE0-2248-86FA5AAE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8910-3C2E-ECF3-CBA3-50D01D0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8E9-16A4-CB64-35B8-0BD5771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194AE-2D33-FF0D-6FA5-E9AF782F4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FB9A-485F-C9C8-E260-A792E047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E838-639B-BC02-CE61-2098ED2B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F35A7-9DEB-253F-047E-A154BEB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FBA2A-AEC7-BC6B-7E83-4CF35A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3E3-D471-36F2-6319-5C5CB36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5CF5-F82D-1032-8AD8-1863236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3A38-E881-9CB4-A2E5-F3F87C2B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59F1-4F52-BB72-EDF7-76FF7373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F0C2-26E8-CC50-25B9-2637EE7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F9D5-82A7-D72B-7B61-90EB7121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47267-6C22-0EEC-7845-26681D28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B5D1-463B-72FE-E588-483D7E34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E31E-AE28-4500-57A5-FB4C52CA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409F-C810-A9E5-0BCA-0C759D7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FC22-522E-E4F6-C575-DB7CCB9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0FF4-9051-F8C6-927F-9764DDE4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CE7-BA80-F2DF-B07C-44B90126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531D-EB80-4E95-71DD-20EE1500B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4B83-1427-A756-0643-06388689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1DD0F3-6642-0E8A-6A25-7A50DF890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" y="2103127"/>
            <a:ext cx="3754758" cy="3337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F65B2-3B05-1741-E0D7-E08261728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548" y="2080265"/>
            <a:ext cx="3754758" cy="3337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065DAB-CB58-C9E1-2AE2-D3B8D4973B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4"/>
          <a:stretch>
            <a:fillRect/>
          </a:stretch>
        </p:blipFill>
        <p:spPr>
          <a:xfrm>
            <a:off x="7296530" y="2091697"/>
            <a:ext cx="4888998" cy="33375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F15B43-29F1-B2A9-5767-3D41B3494AF0}"/>
              </a:ext>
            </a:extLst>
          </p:cNvPr>
          <p:cNvSpPr txBox="1"/>
          <p:nvPr/>
        </p:nvSpPr>
        <p:spPr>
          <a:xfrm>
            <a:off x="47227" y="42602"/>
            <a:ext cx="54847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A. </a:t>
            </a:r>
            <a:r>
              <a:rPr lang="en-US" sz="1500" dirty="0"/>
              <a:t>Data 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1EC33-B86D-A23F-8B69-7C4C51BCF2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6" b="67067"/>
          <a:stretch>
            <a:fillRect/>
          </a:stretch>
        </p:blipFill>
        <p:spPr>
          <a:xfrm>
            <a:off x="152" y="365767"/>
            <a:ext cx="12191695" cy="158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9</cp:revision>
  <dcterms:created xsi:type="dcterms:W3CDTF">2025-12-12T15:47:45Z</dcterms:created>
  <dcterms:modified xsi:type="dcterms:W3CDTF">2026-09-01T15:05:56Z</dcterms:modified>
</cp:coreProperties>
</file>