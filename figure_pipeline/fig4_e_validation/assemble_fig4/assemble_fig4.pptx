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165AC-B68B-6B46-D0F0-CFBEB0BE1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44DE20-4AEC-EA2C-24C6-7EB877656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A8221-5687-F752-F9B0-07E60AB22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F3C06-7C09-DF0C-1D56-3ACAAE56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FA693-4B4E-86F5-F6CC-8AEEF718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86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E1FB3-3597-5A96-F7CD-CB64EF8E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FD677-8423-1896-57B6-6DCBAFAA7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EDE98-A0DF-F566-52BF-A05190615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BC16E-1357-ABA7-353A-5FBDEC40D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79415-6471-71E4-7A65-AC7464BDC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9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E7D8-BEF9-E1B1-3B5E-E57FEC5C0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610DF-3591-7F03-724A-079AF27175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4E5F9-8758-74BB-DED6-4F4ED50C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73E2-19E8-4227-60EC-080DF84FE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89AA4-DEE4-8A01-8FA8-6685769B2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7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923C7-2D84-F1C8-4837-E9C5B4F7A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35DEE-EE9E-5856-6A18-BE6B97AC48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48460-1EE2-356E-008A-D6410BDE7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4F042-1256-6FEA-7C8E-418D7C713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7B75C-9219-C761-6FE4-99D551B5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22D37-076C-B3B8-D6C4-938572B7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32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C08A-2C32-DE8A-C9F1-14B3A5C00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86FCA-0FF0-A904-B0D3-E17D626119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C84E2-FEA5-2787-00C4-B6DFD42B0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E01EF-442F-33FB-6531-577884730B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2C9E8-DB66-B135-8CE6-C8F2EB1AF4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7461D3-625A-7002-8CB4-AB71011C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1688A2-0AC5-3A9E-A167-49BE2F81B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6AEBF-F469-1948-7F88-D16FD0B9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40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B5F2F-59C2-8ABF-23C3-36F879CCB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EA2A5D-5005-849B-A686-41C35245C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855D6C-972B-346F-C3AB-124717A8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7775E-CF08-5664-4C33-C580A53D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991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7183C-A4A3-2513-1642-6EC64C72B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F20AD-50FB-F458-99EA-43323CA9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3F4E1-5F50-F904-66E9-AB66AF81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21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6B389-8E3D-A37C-B142-33898FC5D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FBC0A-F0DF-EBF8-AB7F-2AABB4D40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0EDCF-664D-E8E1-0686-B430263D1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CC871-84D2-2578-D0C4-567A2CB28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C5AD8-15F9-7AE0-2248-86FA5AAE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8910-3C2E-ECF3-CBA3-50D01D03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74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78E9-16A4-CB64-35B8-0BD5771B4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194AE-2D33-FF0D-6FA5-E9AF782F4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EFB9A-485F-C9C8-E260-A792E0478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B6E838-639B-BC02-CE61-2098ED2B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F35A7-9DEB-253F-047E-A154BEBE0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FBA2A-AEC7-BC6B-7E83-4CF35ACF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018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033E3-D471-36F2-6319-5C5CB36B6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85CF5-F82D-1032-8AD8-1863236804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E3A38-E881-9CB4-A2E5-F3F87C2BB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159F1-4F52-BB72-EDF7-76FF73735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5F0C2-26E8-CC50-25B9-2637EE7B1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95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DF9D5-82A7-D72B-7B61-90EB712185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647267-6C22-0EEC-7845-26681D283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B5D1-463B-72FE-E588-483D7E346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CA52F-1DA9-4BF4-A3AC-3E0151F950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4E31E-AE28-4500-57A5-FB4C52CA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9409F-C810-A9E5-0BCA-0C759D79C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1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6FC22-522E-E4F6-C575-DB7CCB94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410FF4-9051-F8C6-927F-9764DDE4A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8ECE7-BA80-F2DF-B07C-44B90126D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3CA52F-1DA9-4BF4-A3AC-3E0151F9508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E531D-EB80-4E95-71DD-20EE1500B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F4B83-1427-A756-0643-063886894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DD5A0-73D0-4D60-8291-1A0068E5FE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10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1484F45-BA6B-3951-C5E1-77FBB6B96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3921"/>
            <a:ext cx="3712792" cy="3300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C318048-6B3E-8D28-5D63-0FF9C2D1CD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593" y="2203920"/>
            <a:ext cx="3712791" cy="33002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D26C63B-61BE-E21C-1A8B-D6C3826970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184" y="2203919"/>
            <a:ext cx="5004816" cy="33365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A840FB-BDFA-7532-DFCB-7667D6AFA1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" t="8724" r="774" b="67999"/>
          <a:stretch>
            <a:fillRect/>
          </a:stretch>
        </p:blipFill>
        <p:spPr>
          <a:xfrm>
            <a:off x="0" y="429574"/>
            <a:ext cx="12036374" cy="162763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D851F9-F424-7CE8-B644-2D8FD365F7B3}"/>
              </a:ext>
            </a:extLst>
          </p:cNvPr>
          <p:cNvSpPr txBox="1"/>
          <p:nvPr/>
        </p:nvSpPr>
        <p:spPr>
          <a:xfrm>
            <a:off x="155626" y="171551"/>
            <a:ext cx="548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A. </a:t>
            </a:r>
            <a:r>
              <a:rPr lang="en-US" sz="1600" dirty="0"/>
              <a:t>Data preprocessing</a:t>
            </a:r>
            <a:endParaRPr lang="en-US" sz="2001" dirty="0"/>
          </a:p>
        </p:txBody>
      </p:sp>
    </p:spTree>
    <p:extLst>
      <p:ext uri="{BB962C8B-B14F-4D97-AF65-F5344CB8AC3E}">
        <p14:creationId xmlns:p14="http://schemas.microsoft.com/office/powerpoint/2010/main" val="190954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Hannie Yousefabadi</dc:creator>
  <cp:lastModifiedBy>Hannie Yousefabadi</cp:lastModifiedBy>
  <cp:revision>3</cp:revision>
  <dcterms:created xsi:type="dcterms:W3CDTF">2025-12-12T15:47:45Z</dcterms:created>
  <dcterms:modified xsi:type="dcterms:W3CDTF">2026-01-16T19:09:50Z</dcterms:modified>
</cp:coreProperties>
</file>