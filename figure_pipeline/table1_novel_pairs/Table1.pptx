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A945C-BC1E-BACE-88F7-938EE5112A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5E7945-2AAF-4937-CC15-01D4B43E47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254FE-8A41-C412-AB37-C45A58C5F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76051-CD16-4846-AB0A-BB8669D12FE0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C075AC-ECA7-667E-F3C2-4C8E1AB80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BEE06-BDD6-B703-24C4-4C98E124B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A9F52-65E5-4EDB-8643-9E106159F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345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B6241-3992-1392-38CE-E8F3B39F0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FD251-B712-D2E4-8A6F-CE586CD9C0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E829A-B452-8B9E-7C69-2CDB75905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76051-CD16-4846-AB0A-BB8669D12FE0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54CDEF-3E6B-AFFC-EE08-E11EF7FD4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C242A0-20B6-017C-7F4A-7AD0C9BEE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A9F52-65E5-4EDB-8643-9E106159F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343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C3055-BC33-C706-63A8-B799162A6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7E9E35-F394-1C54-4DD3-7D73289751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18C42B-E661-1E28-B726-343840238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76051-CD16-4846-AB0A-BB8669D12FE0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ECE31-CBCF-5A63-40AC-0D1055293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5983B-5B55-1382-7099-923DA0261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A9F52-65E5-4EDB-8643-9E106159F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307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37C8C-4AEA-8EAE-83BC-4C0E4A8E1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93AAC-A0A0-8EB4-FC02-3A87A56369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795F1F-0BCF-9867-7747-F4ABFD715E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1B30E6-93F7-934D-A077-6EEB09E66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76051-CD16-4846-AB0A-BB8669D12FE0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B61FE5-5A44-9D99-4DCE-1CAFD0773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0381F5-D7AA-885E-56E3-6EA04D01D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A9F52-65E5-4EDB-8643-9E106159F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438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4F5AF-8724-BE25-D161-24F0984B1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D07EDE-3C32-2F5F-0F2B-CD13BE37D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6FB14C-2993-8AEA-515A-2E08EE1A73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41AF12-791F-BB23-9615-EF734E4750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A45F72-E664-DF49-567C-E74405B20E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84EBA4-51D9-A19C-937B-3BE62CF88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76051-CD16-4846-AB0A-BB8669D12FE0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7C6F8E-2842-C943-13A2-886374802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FE7E00-CF1E-2A63-B829-175CAB03C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A9F52-65E5-4EDB-8643-9E106159F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902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29F53-7B50-0F58-0070-F535DEBB2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34C599-B3D3-89FF-D68F-B56726488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76051-CD16-4846-AB0A-BB8669D12FE0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2D3FD2-F3DE-358B-F273-2CB772C55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ABB827-0AA1-E94D-7529-1DE9E8E90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A9F52-65E5-4EDB-8643-9E106159F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329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B162B3-4BA5-5E23-CC09-9E8FC911A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76051-CD16-4846-AB0A-BB8669D12FE0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E2D529-3819-1B03-D415-AAA92D138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81AD4A-F2F6-6488-AFDA-E3890907C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A9F52-65E5-4EDB-8643-9E106159F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042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92340-62CB-04E2-9B98-1D5659344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9D2FA-E24D-8BDD-BAE7-7AF782E8DB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DBD56-8E76-0261-ADF7-5AE235293B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E4F263-D67A-7667-40A0-8DDFC3CD2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76051-CD16-4846-AB0A-BB8669D12FE0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100B33-6173-8431-98B4-D833393E5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444D94-E863-B4D2-C34D-6D5975A0D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A9F52-65E5-4EDB-8643-9E106159F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429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4C00D-F0FA-1BE9-F5FD-516210430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65DF8A-59BC-20E8-3F62-F7AB0239EF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2B29E3-1627-C5A7-1F8D-A36DEBD277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7F29B4-8D6C-A0D7-EC00-F1DDE5537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76051-CD16-4846-AB0A-BB8669D12FE0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9D7B71-9400-5F06-3BA0-144A9DDAD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DC808A-3BF9-98BA-12D4-C7E716AB7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A9F52-65E5-4EDB-8643-9E106159F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226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D89F6-7B0F-F2E1-9CB7-42C8B1AF3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2AC03F-AECF-7E97-E443-C7AF19B129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7A75E5-14BD-5647-EF3D-7F53CEC6A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76051-CD16-4846-AB0A-BB8669D12FE0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D1487B-E524-E9B7-0B7C-EFDA00DBC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2E38EA-4CA8-12F5-5B06-39264ED1B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A9F52-65E5-4EDB-8643-9E106159F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945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BDE403-7CDE-120A-9D82-9CB713B992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66F025-E8B9-E59B-F510-3D052290CF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49A722-ED91-0C87-2730-AA3FD58AF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76051-CD16-4846-AB0A-BB8669D12FE0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4C43DF-8123-EAFD-77C0-E631BFB59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F0B71-F776-FF99-F395-EB7B44F2B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A9F52-65E5-4EDB-8643-9E106159F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19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FAFDDD-6A98-4C9C-C262-B212154BD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6C1391-119D-75F0-9395-FB6C98EDF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7F5BFD-35CD-5B71-3170-08C2E7DFB2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876051-CD16-4846-AB0A-BB8669D12FE0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E8C57-0F14-7890-0D0C-E0E66E5C96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5D203-484A-BCF9-43E3-26094A0A9A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7A9F52-65E5-4EDB-8643-9E106159F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131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list of words&#10;&#10;AI-generated content may be incorrect.">
            <a:extLst>
              <a:ext uri="{FF2B5EF4-FFF2-40B4-BE49-F238E27FC236}">
                <a16:creationId xmlns:a16="http://schemas.microsoft.com/office/drawing/2014/main" id="{626CAD16-35AE-DE6B-1A03-DF599D5ED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29" y="73152"/>
            <a:ext cx="11932142" cy="278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6108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Hannie Yousefabadi</dc:creator>
  <cp:lastModifiedBy>Hannie Yousefabadi</cp:lastModifiedBy>
  <cp:revision>7</cp:revision>
  <dcterms:created xsi:type="dcterms:W3CDTF">2025-12-04T22:28:53Z</dcterms:created>
  <dcterms:modified xsi:type="dcterms:W3CDTF">2025-12-11T17:06:40Z</dcterms:modified>
</cp:coreProperties>
</file>