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5" autoAdjust="0"/>
    <p:restoredTop sz="94660"/>
  </p:normalViewPr>
  <p:slideViewPr>
    <p:cSldViewPr snapToGrid="0">
      <p:cViewPr>
        <p:scale>
          <a:sx n="150" d="100"/>
          <a:sy n="150" d="100"/>
        </p:scale>
        <p:origin x="5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51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808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004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9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43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861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05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008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37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27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A1913-85D1-4C4E-AA02-085C6FE2A8B8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11E48-615B-4DB8-BEBE-7549D6BF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2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69E2FE-DACD-1AB3-F823-F8FC24975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0" t="1956" r="49000" b="24756"/>
          <a:stretch>
            <a:fillRect/>
          </a:stretch>
        </p:blipFill>
        <p:spPr>
          <a:xfrm>
            <a:off x="25104" y="1878988"/>
            <a:ext cx="4507992" cy="38083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72F2FA-47C0-2723-326E-692BE1871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" t="3088" b="63703"/>
          <a:stretch>
            <a:fillRect/>
          </a:stretch>
        </p:blipFill>
        <p:spPr>
          <a:xfrm>
            <a:off x="-1" y="0"/>
            <a:ext cx="9066195" cy="1727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4D35E4B-42D9-160F-C38B-96AACF4EDD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1" t="2223" r="49575" b="23738"/>
          <a:stretch>
            <a:fillRect/>
          </a:stretch>
        </p:blipFill>
        <p:spPr>
          <a:xfrm>
            <a:off x="4572000" y="1878988"/>
            <a:ext cx="4533102" cy="380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421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</TotalTime>
  <Words>0</Words>
  <Application>Microsoft Office PowerPoint</Application>
  <PresentationFormat>On-screen Show 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14</cp:revision>
  <dcterms:created xsi:type="dcterms:W3CDTF">2025-11-29T22:53:44Z</dcterms:created>
  <dcterms:modified xsi:type="dcterms:W3CDTF">2026-01-16T19:26:01Z</dcterms:modified>
</cp:coreProperties>
</file>