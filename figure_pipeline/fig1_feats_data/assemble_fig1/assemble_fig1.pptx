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8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A1913-85D1-4C4E-AA02-085C6FE2A8B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1E48-615B-4DB8-BEBE-7549D6BF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5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A1913-85D1-4C4E-AA02-085C6FE2A8B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1E48-615B-4DB8-BEBE-7549D6BF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808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A1913-85D1-4C4E-AA02-085C6FE2A8B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1E48-615B-4DB8-BEBE-7549D6BF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004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A1913-85D1-4C4E-AA02-085C6FE2A8B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1E48-615B-4DB8-BEBE-7549D6BF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91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A1913-85D1-4C4E-AA02-085C6FE2A8B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1E48-615B-4DB8-BEBE-7549D6BF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43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A1913-85D1-4C4E-AA02-085C6FE2A8B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1E48-615B-4DB8-BEBE-7549D6BF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61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A1913-85D1-4C4E-AA02-085C6FE2A8B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1E48-615B-4DB8-BEBE-7549D6BF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176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A1913-85D1-4C4E-AA02-085C6FE2A8B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1E48-615B-4DB8-BEBE-7549D6BF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105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A1913-85D1-4C4E-AA02-085C6FE2A8B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1E48-615B-4DB8-BEBE-7549D6BF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008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A1913-85D1-4C4E-AA02-085C6FE2A8B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1E48-615B-4DB8-BEBE-7549D6BF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37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A1913-85D1-4C4E-AA02-085C6FE2A8B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1E48-615B-4DB8-BEBE-7549D6BF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7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A1913-85D1-4C4E-AA02-085C6FE2A8B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11E48-615B-4DB8-BEBE-7549D6BF9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924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4D35E4B-42D9-160F-C38B-96AACF4ED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1" t="2223" r="49575" b="23738"/>
          <a:stretch>
            <a:fillRect/>
          </a:stretch>
        </p:blipFill>
        <p:spPr>
          <a:xfrm>
            <a:off x="4610898" y="2007061"/>
            <a:ext cx="4533102" cy="38083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CE8426-B325-E40E-A5AF-2EDCF4062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6" r="49273" b="25961"/>
          <a:stretch>
            <a:fillRect/>
          </a:stretch>
        </p:blipFill>
        <p:spPr>
          <a:xfrm>
            <a:off x="7402" y="1902478"/>
            <a:ext cx="4525701" cy="38878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CF8591-9288-255E-191D-03BB8CB35C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0" b="66355"/>
          <a:stretch>
            <a:fillRect/>
          </a:stretch>
        </p:blipFill>
        <p:spPr>
          <a:xfrm>
            <a:off x="7402" y="0"/>
            <a:ext cx="9136598" cy="1766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421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62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Hannie Yousefabadi</dc:creator>
  <cp:lastModifiedBy>Hannie Yousefabadi</cp:lastModifiedBy>
  <cp:revision>19</cp:revision>
  <dcterms:created xsi:type="dcterms:W3CDTF">2025-11-29T22:53:44Z</dcterms:created>
  <dcterms:modified xsi:type="dcterms:W3CDTF">2026-09-01T15:01:58Z</dcterms:modified>
</cp:coreProperties>
</file>